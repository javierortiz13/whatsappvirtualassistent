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rápida para probar a Rocco en la beta: quién es, cómo crear tu cuenta en el mismo chat, qué sabe hacer y cómo funciona la prueba gratis.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Rocco vive en WhatsApp: no hay que instalar nada. Está pendiente de la tasa oficial del BCV en cada movimiento, así que tú no tienes que estarlo. Es un asistente automático, no una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toma unos 2 minutos y se hace en el mismo chat, con botones. Si te equivocas, escribe «empezar de nuevo». ¿Prefieres la web? También puedes crear la cuenta en holarocco.com/registro. Nada se cobra durante la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código del ejemplo es inventado; a cada quien le sale el suyo. El dashboard es opcional: todo funciona desde el chat. Escribe «link del dashboard» y Rocco te manda el enlace.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textos en verde son ejemplos de lo que tú le escribes. Escríbele con tus palabras: no hace falta un formato exacto. Nada se guarda sin tu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presupuestos por categoría se configuran en el dashboard, en Categorías.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calculadora no anota nada: solo echa los números. Para dividir la cuenta manda la foto de la factura con la palabra «dividir» y lo que consumió cada uno. Si quieres, después te ofrece guardar tu parte como gasto.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cuentas son opcionales. Si no las usas, Rocco igual registra todo; solo no lleva el saldo de cada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Escribe «link del dashboard» en el chat y Rocco te manda el enlace.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Agrupar gastos en un solo mensaje rinde más los 100 mensajes de la prueba, porque solo cuentan los que tú mandas.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beta Rocco no habla de precios mientras dura tu prueba. Al terminar te escribe con tu plan y cómo activarlo por pago móvil, Zelle o Binance, desde el mismo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Truco para rendir la prueba: varios gastos en un solo mensaje cuentan como uno. Por ejemplo «pan 3$, queso 8$, refresco 2$».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política completa está en holarocco.com/privacidad.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 por probar a Rocco en la beta. Tus comentarios nos ayudan a mejorarlo: el día 10 te hace una pregunta rápida sobre el precio y el día 12 te manda un resumen de lo que anotaron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